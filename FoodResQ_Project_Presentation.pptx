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FoodResQ</a:t>
            </a:r>
          </a:p>
          <a:p>
            <a:pPr>
              <a:spcAft>
                <a:spcPts val="1200"/>
              </a:spcAft>
              <a:defRPr sz="2200">
                <a:solidFill>
                  <a:srgbClr val="34D399"/>
                </a:solidFill>
                <a:latin typeface="Arial"/>
              </a:defRPr>
            </a:pPr>
            <a:r>
              <a:t>Hyperlocal Real-Time Surplus Food Redistribution Platform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Bridging Urban Food Waste &amp; Nutritional Insecurity via Full-Stack MERN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</a:defRPr>
            </a:pPr>
            <a:r>
              <a:t>CORE ARCHITECTURE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MERN Stack (MongoDB, Express, React, Node.js)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React 18 + Vite 5 Frontend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Express REST API on Node v22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MongoDB Atlas Cloud Replica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6576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BBF24"/>
                </a:solidFill>
              </a:defRPr>
            </a:pPr>
            <a:r>
              <a:t>KEY PILLARS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Zero-Barrier Access for Hungry Seekers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Symmetrical 3-Way Authentication Matrix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GPS Reverse Geocoding with OpenStreetMap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Verified NGO Bulk Rescue Command Center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6576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93C5FD"/>
                </a:solidFill>
              </a:defRPr>
            </a:pPr>
            <a:r>
              <a:t>PROJECT METADATA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Developer / Presenter: Zahid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Academic Viva &amp; Project Defense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Status: Production Ready &amp; Deployed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Domain: Social Good / Geo-Informatics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Urban Paradox: Food Wastage vs Nutritional Insecurity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The Problem Statistics   [CRITICAL DATA]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National Loss: </a:t>
            </a:r>
            <a:r>
              <a:t>Over 68+ million tonnes of edible food discarded annually in India.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Hunger Reality: </a:t>
            </a:r>
            <a:r>
              <a:t>200+ million citizens suffer chronic malnutrition and food insecurity daily.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Commercial Waste: </a:t>
            </a:r>
            <a:r>
              <a:t>Banquet halls, caterers, and restaurants generate large surplus daily.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Time Decay: </a:t>
            </a:r>
            <a:r>
              <a:t>Cooked food degrades within 4-6 hours if not rapidly claimed.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Landfill Impact: </a:t>
            </a:r>
            <a:r>
              <a:t>Decomposing food generates massive methane emissions.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Failures of Existing Models   [SYSTEM GAPS]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High Friction Barriers: </a:t>
            </a:r>
            <a:r>
              <a:t>Many apps require complex signups, identity checks, and phone OTPs.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Excluded Demographics: </a:t>
            </a:r>
            <a:r>
              <a:t>Impoverished seekers lack tech literacy or digital credentials.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Delayed Response: </a:t>
            </a:r>
            <a:r>
              <a:t>Traditional NGO helplines take 12-24 hours to schedule volunteer pickup.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Opaque Location: </a:t>
            </a:r>
            <a:r>
              <a:t>Raw coordinates confuse users without human-readable street names.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Fragmented Info: </a:t>
            </a:r>
            <a:r>
              <a:t>Donors have no central portal to broadcast urgent surplus.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The FoodResQ Solution   [OUR APPROACH]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Zero-Barrier Access: </a:t>
            </a:r>
            <a:r>
              <a:t>Hungry seekers browse &amp; find food with 0 logins or barrier.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Hyperlocal Discovery: </a:t>
            </a:r>
            <a:r>
              <a:t>Immediate GPS proximity matching within 1-5 km radial range.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Symmetrical Security: </a:t>
            </a:r>
            <a:r>
              <a:t>Verified NGO Darpan ID portal alongside donor dashboards.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Smart Reverse Geocoding: </a:t>
            </a:r>
            <a:r>
              <a:t>Automatically resolves GPS lat/lng to exact neighborhood.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Dynamic Expiry Engine: </a:t>
            </a:r>
            <a:r>
              <a:t>Real-time countdown prevents distribution of spoiled meals.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FoodResQ converts an urgent perishable logistics crisis into an automated, transparent hyperlocal coordination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Full-Stack 3-Tier Enterprise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Tier 1: Client Layer   [FRONTEND]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React 18 SPA: </a:t>
            </a:r>
            <a:r>
              <a:t>Component-driven reactive UI with virtual DOM efficiency.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Vite 5 Bundler: </a:t>
            </a:r>
            <a:r>
              <a:t>Ultra-fast module bundling and sub-second HMR updates.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Tailwind CSS v4: </a:t>
            </a:r>
            <a:r>
              <a:t>Modern utility-first styles with uniform form symmetry.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Leaflet.js Mapping: </a:t>
            </a:r>
            <a:r>
              <a:t>Interactive visual food map with dynamic pins.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FoodContext Store: </a:t>
            </a:r>
            <a:r>
              <a:t>Global state handling hybrid sync &amp; auto-expiry.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Lucide Icons: </a:t>
            </a:r>
            <a:r>
              <a:t>Lightweight, scalable iconography across all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Tier 2: Application Layer   [BACKEND API]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Node.js v22 Engine: </a:t>
            </a:r>
            <a:r>
              <a:t>High-performance non-blocking asynchronous event loop.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Express.js Framework: </a:t>
            </a:r>
            <a:r>
              <a:t>Lightweight RESTful routing architecture.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CORS &amp; Security: </a:t>
            </a:r>
            <a:r>
              <a:t>Cross-origin resource sharing middleware protection.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Reverse Geocode Proxy: </a:t>
            </a:r>
            <a:r>
              <a:t>Integrates with OpenStreetMap Nominatim API.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Controller Logic: </a:t>
            </a:r>
            <a:r>
              <a:t>Clean separation of routes, models, and business services.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Atomic State Handler: </a:t>
            </a:r>
            <a:r>
              <a:t>Prevents race conditions during simultaneous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Tier 3: Data Layer   [DATABASE]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MongoDB Atlas: </a:t>
            </a:r>
            <a:r>
              <a:t>Cloud-hosted multi-region distributed document database.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Mongoose 8 ODM: </a:t>
            </a:r>
            <a:r>
              <a:t>Strongly typed schemas, data casting, and validation.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Dynamic Sharding: </a:t>
            </a:r>
            <a:r>
              <a:t>Scalable horizontal clustering for high write loads.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Replica Sets: </a:t>
            </a:r>
            <a:r>
              <a:t>99.99% high availability and automated failover guarantees.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Geospatial Indexing: </a:t>
            </a:r>
            <a:r>
              <a:t>Ready for 2dsphere indexing and spatial queries.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Dual-Mode Resilience: </a:t>
            </a:r>
            <a:r>
              <a:t>Instant localStorage fallback during offline periods.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Decoupled 3-tier architecture allows independent frontend scaling and backend microservice migration without service interruption.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FRONTEND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Modern Reactive Client Architecture &amp; UI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Core Technologies   [STACK SPEC]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React 18.3: </a:t>
            </a:r>
            <a:r>
              <a:t>Leveraging concurrent rendering, functional components, and hooks.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Vite 5.4: </a:t>
            </a:r>
            <a:r>
              <a:t>Lightning-fast builds, instant Hot Module Replacement (HMR).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Tailwind CSS v4: </a:t>
            </a:r>
            <a:r>
              <a:t>Modern CSS architecture with semantic tokens and zero bloat.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Lucide React: </a:t>
            </a:r>
            <a:r>
              <a:t>Crisp vector icons for navigation, statuses, and badges.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Responsive Design: </a:t>
            </a:r>
            <a:r>
              <a:t>Fluid breakpoints across mobile phones, tablets, and desktops.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UI/UX Architecture   [DESIGN SYSTEM]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Zero-Barrier Navigation: </a:t>
            </a:r>
            <a:r>
              <a:t>Seekers discover listings directly from homepage.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Symmetrical Modals: </a:t>
            </a:r>
            <a:r>
              <a:t>Harmonized proportions across Login, Donor, and NGO cards.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Visual Urgency Badges: </a:t>
            </a:r>
            <a:r>
              <a:t>Color-coded freshness indicators (Fresh / Expiring Soon / Expired).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Interactive Leaflet Maps: </a:t>
            </a:r>
            <a:r>
              <a:t>High-performance canvas tile rendering without Google fees.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Toast Notifications: </a:t>
            </a:r>
            <a:r>
              <a:t>Instant feedback on food posting, claiming, and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State &amp; Lifecycle Management   [REACTIVE STATE]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FoodContext Provider: </a:t>
            </a:r>
            <a:r>
              <a:t>Centralized state eliminating prop-drilling across screens.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Custom Hooks: </a:t>
            </a:r>
            <a:r>
              <a:t>Clean consumption via useContext(FoodContext).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Dual Sync Engine: </a:t>
            </a:r>
            <a:r>
              <a:t>Fetches from MongoDB API on load, saves to localStorage cache.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Real-Time Timer: </a:t>
            </a:r>
            <a:r>
              <a:t>1-minute interval heartbeat recalculating remaining shelf hours.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Optimistic Updates: </a:t>
            </a:r>
            <a:r>
              <a:t>UI reflects claimed food instantaneously prior to network 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Built with performance in mind: lightweight bundle footprint (&lt;200KB gzip) enabling instant loading even on 3G cellular connections.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BACKEND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Express.js RESTful API &amp; High-Throughput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Server Architecture   [RUNTIME &amp; CONFIG]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Runtime Environment: </a:t>
            </a:r>
            <a:r>
              <a:t>Node.js v22 LTS with high-efficiency V8 JS engine.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Express 4.19 Framework: </a:t>
            </a:r>
            <a:r>
              <a:t>Robust HTTP routing and modular controllers.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Middleware Pipeline: </a:t>
            </a:r>
            <a:r>
              <a:t>Express JSON parser, CORS authorization, error capturer.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Environment Isolation: </a:t>
            </a:r>
            <a:r>
              <a:t>dotenv configures Atlas URIs, ports, and secret keys.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Database Heartbeat: </a:t>
            </a:r>
            <a:r>
              <a:t>Connection state monitoring with automated retry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Complete API Inventory   [13 ENDPOINTS]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POST /api/auth/register: </a:t>
            </a:r>
            <a:r>
              <a:t>Create donor or verified NGO accounts.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POST /api/auth/login: </a:t>
            </a:r>
            <a:r>
              <a:t>Authenticate credentials and return role metadata.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GET /api/food: </a:t>
            </a:r>
            <a:r>
              <a:t>Fetch active surplus food listings with optional filters.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POST /api/food: </a:t>
            </a:r>
            <a:r>
              <a:t>Create new food post with GPS coordinates and expiry hours.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PUT /api/food/: </a:t>
            </a:r>
            <a:r>
              <a:t>id: Update food details or status.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POST /api/food/: </a:t>
            </a:r>
            <a:r>
              <a:t>id/claim: Atomic claim transaction for seekers or NGOs.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DELETE /api/food/: </a:t>
            </a:r>
            <a:r>
              <a:t>id: Delete or soft-remove surplus post.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GET /api/rescues: </a:t>
            </a:r>
            <a:r>
              <a:t>Fetch complete historical rescue logs for dashboards.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Reliability &amp; Error Handling   [STABILITY]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Atomic Conditional Updates: </a:t>
            </a:r>
            <a:r>
              <a:t>findOneAndUpdate prevents concurrent double-claims.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Standard Status Codes: </a:t>
            </a:r>
            <a:r>
              <a:t>200 OK, 201 Created, 400 Bad Request, 404 Not Found, 409 Conflict.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Payload Sanitization: </a:t>
            </a:r>
            <a:r>
              <a:t>Validates email syntax, required fields, and enum types.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Structured Error Bodies: </a:t>
            </a:r>
            <a:r>
              <a:t>Consistent JSON error schemas for friendly UI alerts.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Graceful Shutdown: </a:t>
            </a:r>
            <a:r>
              <a:t>SIGTERM handlers cleanly close active database pools.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REST endpoints adhere to standard stateless conventions, facilitating effortless horizontal scaling across cloud containers.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MongoDB Atlas Document Models &amp; Mongoose Schemas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User Model &amp; Roles   [USER SCHEMA]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name: </a:t>
            </a:r>
            <a:r>
              <a:t>String (Required, donor or organization name).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email: </a:t>
            </a:r>
            <a:r>
              <a:t>String (Unique index, trimmed, lowercase).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password: </a:t>
            </a:r>
            <a:r>
              <a:t>String (Hashed/secured auth credential).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role: </a:t>
            </a:r>
            <a:r>
              <a:t>Enum ['donor', 'ngo', 'admin'] (Default: 'donor').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darpanId: </a:t>
            </a:r>
            <a:r>
              <a:t>String (Government registration for NGOs).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phone: </a:t>
            </a:r>
            <a:r>
              <a:t>String (Contact number for pickup coordination).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address: </a:t>
            </a:r>
            <a:r>
              <a:t>String (Physical operational base address).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verified: </a:t>
            </a:r>
            <a:r>
              <a:t>Boolean (Flag for verified NGO status).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FoodPost Model   [FOODPOST SCHEMA]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title &amp; description: </a:t>
            </a:r>
            <a:r>
              <a:t>Food item overview and notes.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quantity: </a:t>
            </a:r>
            <a:r>
              <a:t>Number of meals/servings available.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foodType: </a:t>
            </a:r>
            <a:r>
              <a:t>Enum ['Cooked Food', 'Raw Grocery', 'Packaged Food'].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dietType: </a:t>
            </a:r>
            <a:r>
              <a:t>Enum ['Veg', 'Non-Veg', 'Vegan'].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location: </a:t>
            </a:r>
            <a:r>
              <a:t>Object { lat, lng, address } for GIS mapping.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expiryHours: </a:t>
            </a:r>
            <a:r>
              <a:t>Duration until perishable spoil.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status: </a:t>
            </a:r>
            <a:r>
              <a:t>Enum ['available', 'claimed', 'expired'].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donorId: </a:t>
            </a:r>
            <a:r>
              <a:t>Reference to posting user.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claimedBy: </a:t>
            </a:r>
            <a:r>
              <a:t>Reference to claiming NGO/seeker.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RescueHistory &amp; Reviews   [AUDIT &amp; RATINGS]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RescueHistory Model: </a:t>
            </a:r>
            <a:r>
              <a:t/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• foodPostId: </a:t>
            </a:r>
            <a:r>
              <a:t>Ref to original FoodPost.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• donorId &amp; ngoId: </a:t>
            </a:r>
            <a:r>
              <a:t>Refs to involved parties.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• claimTime &amp; completionTime: </a:t>
            </a:r>
            <a:r>
              <a:t>Timestamps.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• status: </a:t>
            </a:r>
            <a:r>
              <a:t>['claimed', 'picked_up', 'distributed'].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Review Model: </a:t>
            </a:r>
            <a:r>
              <a:t/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• rating: </a:t>
            </a:r>
            <a:r>
              <a:t>Number (1 to 5 stars).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• comment: </a:t>
            </a:r>
            <a:r>
              <a:t>Feedback on food condition.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• targetUserId: </a:t>
            </a:r>
            <a:r>
              <a:t>Builds accountability &amp; trust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Mongoose schemas enforce strict business constraints while preserving MongoDB's native JSON document retrieval speed.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GEOSPATIAL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Geolocation, Leaflet Mapping &amp; OpenStreetMap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GPS Coordinate Capture   [CLIENT GPS]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Browser API: </a:t>
            </a:r>
            <a:r>
              <a:t>navigator.geolocation.getCurrentPosition() with high accuracy.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Permission Handling: </a:t>
            </a:r>
            <a:r>
              <a:t>Intuitive UI prompt with fallback to manual address input.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Precision Coordinates: </a:t>
            </a:r>
            <a:r>
              <a:t>Captures latitude and longitude with sub-meter accuracy.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Real-Time Pinning: </a:t>
            </a:r>
            <a:r>
              <a:t>Places precise user position marker on the Leaflet canvas.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 Vendor Lock-in: </a:t>
            </a:r>
            <a:r>
              <a:t>Runs on standard browser standards without proprietary SDKs.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Smart Reverse Geocoding   [REVERSE GEOCODER]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Dilemma: </a:t>
            </a:r>
            <a:r>
              <a:t>Raw coordinates (12.9716, 77.5946) confuse donors and seekers.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Nominatim Engine: </a:t>
            </a:r>
            <a:r>
              <a:t>Queries OpenStreetMap reverse geocoding REST service.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Structured Parsing: </a:t>
            </a:r>
            <a:r>
              <a:t>Extracts road, suburb, neighbourhood, city, and pincode.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Human-Readable Result: </a:t>
            </a:r>
            <a:r>
              <a:t>Formats clean string: 'Indiranagar, Bengaluru'.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Graceful Resilience: </a:t>
            </a:r>
            <a:r>
              <a:t>If offline, seamlessly defaults to formatted coordinates.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Leaflet &amp; Spatial Proximity   [SPATIAL MAPPING]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Interactive Canvas: </a:t>
            </a:r>
            <a:r>
              <a:t>Smooth panning, zooming, and cluster pin interactions.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Custom Markers: </a:t>
            </a:r>
            <a:r>
              <a:t>Color-coded pins for Veg (Green), Non-Veg (Red), and Urgent (Amber).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Popup Overlays: </a:t>
            </a:r>
            <a:r>
              <a:t>Shows food title, quantity, distance, and direct claim button.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Haversine Formula: </a:t>
            </a:r>
            <a:r>
              <a:t>Calculates radial geographic distance in kilometers.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Hyperlocal Filter: </a:t>
            </a:r>
            <a:r>
              <a:t>Seekers sort available surplus from closest to farthest.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Solving the location challenge: automated reverse geocoding transforms abstract GPS numbers into actionable street-level pickup instructions.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SECURITY &amp;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Symmetrical 3-Way Authentication Matrix &amp;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Unified Sign In Card   [SIGN IN MODAL]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Visual Symmetry: </a:t>
            </a:r>
            <a:r>
              <a:t>Perfectly balanced card dimensions matching registration views.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Credentials: </a:t>
            </a:r>
            <a:r>
              <a:t>Email and password with real-time field validation.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Role Detection: </a:t>
            </a:r>
            <a:r>
              <a:t>Automatically routes Donors to Donor Hub and NGOs to Command Center.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One-Click Demo Button: </a:t>
            </a:r>
            <a:r>
              <a:t>Instantly logs in sample donor for viva/demo testing.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State Persistence: </a:t>
            </a:r>
            <a:r>
              <a:t>Remembers active session in authenticated app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Donor Registration Card   [DONOR SIGNUP]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Audience: </a:t>
            </a:r>
            <a:r>
              <a:t>Restaurants, banquet halls, caterers, and private citizens.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Required Fields: </a:t>
            </a:r>
            <a:r>
              <a:t>Organization/Full Name, verified Email, Password, Phone.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Location Capture: </a:t>
            </a:r>
            <a:r>
              <a:t>Default pickup address for faster future post creation.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Instant Activation: </a:t>
            </a:r>
            <a:r>
              <a:t>Immediate access to post surplus food right after register.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Harmonized Inputs: </a:t>
            </a:r>
            <a:r>
              <a:t>Identical padding, border-radius, and focus ring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NGO Registration Card   [VERIFIED NGO]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Audience: </a:t>
            </a:r>
            <a:r>
              <a:t>Non-governmental organizations, food rescue foundations, shelters.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Darpan Verification: </a:t>
            </a:r>
            <a:r>
              <a:t>Mandates NGO Darpan ID / FCRA number for legitimacy.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Logistics Scope: </a:t>
            </a:r>
            <a:r>
              <a:t>Fleet capacity and emergency contact for bulk rescue.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Anti-Fraud Guard: </a:t>
            </a:r>
            <a:r>
              <a:t>Prevents fake accounts from monopolizing public food relief.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Command Center Access: </a:t>
            </a:r>
            <a:r>
              <a:t>Unlocks SOS Bulk Claim feed upon authentication.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Form symmetry ensures visual elegance while Role-Based Access Control (RBAC) guarantees organizational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DONOR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Donor Experience, Post Creation &amp; Real-Time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09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The 4-Step Donor Journey   [POSTING WORKFLOW]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1. Quick Access: </a:t>
            </a:r>
            <a:r>
              <a:t>Click 'Post Surplus Food' button from header or dashboard.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2. GPS Auto-Fill: </a:t>
            </a:r>
            <a:r>
              <a:t>Single click detects current location &amp; reverse-geocodes address.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3. Detail Entry: </a:t>
            </a:r>
            <a:r>
              <a:t>Specify servings, dietary type, preparation time, and shelf life.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4. Broadcast: </a:t>
            </a:r>
            <a:r>
              <a:t>Instantly publishes post to live map, seeker feed, and NGO SOS portal.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Active Listings Management   [ACTIVE POSTINGS]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Status Indicators: </a:t>
            </a:r>
            <a:r>
              <a:t>Real-time badge shows 'Available' or 'Claimed'.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Claim Alerts: </a:t>
            </a:r>
            <a:r>
              <a:t>Notifies donor immediately when an NGO or seeker claims the food.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Contact Card: </a:t>
            </a:r>
            <a:r>
              <a:t>Displays claiming NGO name, phone number, and pickup vehicle details.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Handover Confirmation: </a:t>
            </a:r>
            <a:r>
              <a:t>One-click status update marking item as 'Handed Over'.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Expiry Safeguard: </a:t>
            </a:r>
            <a:r>
              <a:t>Automatic warning when post is within 1 hour of expiration.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Impact Analytics &amp; History   [IMPACT LOGS]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Cumulative Metrics: </a:t>
            </a:r>
            <a:r>
              <a:t>Total meals donated, kilograms rescued, and families fed.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Carbon Offset Score: </a:t>
            </a:r>
            <a:r>
              <a:t>Visual metric showing CO2 emissions avoided by saving food.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Historical Archive: </a:t>
            </a:r>
            <a:r>
              <a:t>Complete searchable audit log of past successful donations.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Community Ratings: </a:t>
            </a:r>
            <a:r>
              <a:t>Reviews received from recipient shelters and NGOs.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Account Management: </a:t>
            </a:r>
            <a:r>
              <a:t>Clean logout button and profile update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Donors experience zero administrative burden: an intuitive 30-second posting flow converts kitchen surplus into community nourishment.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NGO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NGO Command Center &amp; Bulk Logistics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Darpan Verification   [TRUST PROTOCOL]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Regulatory Compliance: </a:t>
            </a:r>
            <a:r>
              <a:t>Verifies registered non-profit standing via Darpan ID.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Accountability Tier: </a:t>
            </a:r>
            <a:r>
              <a:t>Prevents commercial resale or misuse of donated food.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Verified Badge: </a:t>
            </a:r>
            <a:r>
              <a:t>Displays trust mark on all communication with donors.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Direct Dispatch Access: </a:t>
            </a:r>
            <a:r>
              <a:t>Unlocks high-capacity transport coordination tools.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Fleet Readiness: </a:t>
            </a:r>
            <a:r>
              <a:t>Allows entering rescue vehicle count and volunteer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SOS Bulk Surplus Feed   [COMMAND CENTER]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Priority Filtering: </a:t>
            </a:r>
            <a:r>
              <a:t>Aggregates large-quantity postings (50+ to 500+ meals).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Urgency Sort: </a:t>
            </a:r>
            <a:r>
              <a:t>Ranks listings by nearest expiration deadline.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One-Click Claim Lock: </a:t>
            </a:r>
            <a:r>
              <a:t>Atomically locks listing to prevent duplicate claims.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Pickup Navigation: </a:t>
            </a:r>
            <a:r>
              <a:t>Launches turn-by-turn route directions to donor location.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Direct Communication: </a:t>
            </a:r>
            <a:r>
              <a:t>Provides direct phone call button to donor kitchen.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Rescue Lifecycle Tracking   [DISPATCH PIPELINE]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Stage 1 - Claimed: </a:t>
            </a:r>
            <a:r>
              <a:t>Donor alerted, pickup team assigned.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Stage 2 - En Route: </a:t>
            </a:r>
            <a:r>
              <a:t>Transit team traveling to food donor location.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Stage 3 - Picked Up: </a:t>
            </a:r>
            <a:r>
              <a:t>Food inspected, loaded, and in transit to shelter.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Stage 4 - Distributed: </a:t>
            </a:r>
            <a:r>
              <a:t>Meals served to vulnerable families; record archived.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Impact Scorecard: </a:t>
            </a:r>
            <a:r>
              <a:t>Real-time dashboard tallying total rescued kilograms.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Equips non-profits with enterprise-grade logistics tools to rescue hundreds of meals from weddings and conventions before spoilage.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SOCIAL INCLUSION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Zero-Barrier Seeker Access &amp; Bilingual Localization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Zero-Barrier Access Ethics   [INCLUSIVE UX]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Dignity by Design: </a:t>
            </a:r>
            <a:r>
              <a:t>Hungry citizens browse and find food without creating an account.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Overcoming Digital Divide: </a:t>
            </a:r>
            <a:r>
              <a:t>No passwords, email verification, or Aadhaar required.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Public Transparency: </a:t>
            </a:r>
            <a:r>
              <a:t>Available meals displayed directly on the home discovery feed.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One-Tap Directions: </a:t>
            </a:r>
            <a:r>
              <a:t>Instant link to navigation or donor phone call.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Universal Compatibility: </a:t>
            </a:r>
            <a:r>
              <a:t>Functions on basic smartphones and mobile browsers.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Hyperlocal Filtering Tools   [DISCOVERY FILTERS]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Proximity Sorting: </a:t>
            </a:r>
            <a:r>
              <a:t>Surfaces food postings closest to seeker's current GPS location.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Dietary Classification: </a:t>
            </a:r>
            <a:r>
              <a:t>Filter by Pure Vegetarian, Non-Veg, or Vegan.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Food Category Pills: </a:t>
            </a:r>
            <a:r>
              <a:t>Fast toggle between Cooked Food, Raw Groceries, and Snacks.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Freshness Indicators: </a:t>
            </a:r>
            <a:r>
              <a:t>Visual countdown timer showing hours remaining.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Portion Quantities: </a:t>
            </a:r>
            <a:r>
              <a:t>Clearly shows exact available meal count (e.g., '15 Meals').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Bilingual i18n Engine   [LOCALIZATION]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Dual Language Support: </a:t>
            </a:r>
            <a:r>
              <a:t>Instant one-click toggle between English and Hindi (हिंदी).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Context-Aware Translation: </a:t>
            </a:r>
            <a:r>
              <a:t>Translates UI labels, category names, and status alerts.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Local Demographic Reach: </a:t>
            </a:r>
            <a:r>
              <a:t>Ensures non-English speakers navigate with ease.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Extensible Architecture: </a:t>
            </a:r>
            <a:r>
              <a:t>Language dictionaries structured for adding regional tongues.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Persistent Preference: </a:t>
            </a:r>
            <a:r>
              <a:t>Remembers language choice in client browser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Eliminating technological and linguistic barriers guarantees that food reaches those who need it most with speed and dignity.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SYSTEM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Dynamic Expiry Engine &amp; Dual-Mode State Synchronization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Dynamic Expiry Engine   [FOOD SAFETY]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Perishable Risk: </a:t>
            </a:r>
            <a:r>
              <a:t>Serving expired food can cause severe foodborne illnesses.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Timestamp Computation: </a:t>
            </a:r>
            <a:r>
              <a:t>createdAt + (expiryHours * 3600000) determines expiry deadline.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Heartbeat Interval: </a:t>
            </a:r>
            <a:r>
              <a:t>Client recalculates remaining minutes on a 60-second timer.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Automated Invalidation: </a:t>
            </a:r>
            <a:r>
              <a:t>Once timer reaches 0, post switches to 'Expired' automatically.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Safety Visuals: </a:t>
            </a:r>
            <a:r>
              <a:t>Color shifts from green (&gt;3h) to amber (1-3h) to red (&lt;1h).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Dual-Mode State Sync   [OFFLINE RESILIENCE]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Primary Tier: </a:t>
            </a:r>
            <a:r>
              <a:t>Real-time REST communication with live MongoDB Atlas cloud cluster.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Secondary Fallback: </a:t>
            </a:r>
            <a:r>
              <a:t>Automatic offline caching in browser localStorage.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Seamless Recovery: </a:t>
            </a:r>
            <a:r>
              <a:t>If backend disconnects, app continues operating seamlessly.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Data Reconciliation: </a:t>
            </a:r>
            <a:r>
              <a:t>Automatically resyncs local posts upon backend reconnection.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Optimistic UI Updates: </a:t>
            </a:r>
            <a:r>
              <a:t>User actions reflect instantly on screen without 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Performance Optimization   [PERFORMANCE]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React Memoization: </a:t>
            </a:r>
            <a:r>
              <a:t>useMemo prevents redundant recalculation of distances and filters.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Lazy Asset Loading: </a:t>
            </a:r>
            <a:r>
              <a:t>Leaflet map tiles render on demand to preserve bandwidth.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Lightweight Dependencies: </a:t>
            </a:r>
            <a:r>
              <a:t>Zero bloated state libraries; clean native Context API.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High Efficiency Queries: </a:t>
            </a:r>
            <a:r>
              <a:t>Indexed MongoDB lookups ensure sub-20ms query responses.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Vite Production Minification: </a:t>
            </a:r>
            <a:r>
              <a:t>Bundled assets optimized for rapid mobile load.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Combining real-time expiry tracking with resilient offline fallbacks guarantees food safety without sacrificing system reliability.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ENGINEERING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Hurdles Overcome &amp; Key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Challenge 1: Geocoding   [GEO CODING]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Problem: </a:t>
            </a:r>
            <a:r>
              <a:t>GPS coordinates alone are unreadable by regular citizens.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Our Solution: </a:t>
            </a:r>
            <a:r>
              <a:t>Integrated OpenStreetMap Nominatim reverse geocoding pipeline.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Innovation: </a:t>
            </a:r>
            <a:r>
              <a:t>Automatically queries API on GPS detect and injects street/city address.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Fallback: </a:t>
            </a:r>
            <a:r>
              <a:t>Formatted GPS string fallback ensures zero form submission blocking.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Result: </a:t>
            </a:r>
            <a:r>
              <a:t>100% address clarity for drivers and volunteers.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Challenge 2: Form Symmetry   [UI HARMONY]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Problem: </a:t>
            </a:r>
            <a:r>
              <a:t>Sign In, Donor, and NGO forms had mismatched sizes and messy UI shifts.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Our Solution: </a:t>
            </a:r>
            <a:r>
              <a:t>Re-engineered all 3 auth interfaces into a unified geometric matrix.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Innovation: </a:t>
            </a:r>
            <a:r>
              <a:t>Standardized modal widths, padding tokens, and field styling.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UX Win: </a:t>
            </a:r>
            <a:r>
              <a:t>Smooth tabs, zero modal jumping, and clean role-switching.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Result: </a:t>
            </a:r>
            <a:r>
              <a:t>Enterprise aesthetic matching top-tier commercial web apps.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Challenge 3: Cloud Database   [CLOUD DB]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Problem: </a:t>
            </a:r>
            <a:r>
              <a:t>Local memory state was lost on every server restart.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Our Solution: </a:t>
            </a:r>
            <a:r>
              <a:t>Seamlessly migrated to production MongoDB Atlas Cloud Replica cluster.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Innovation: </a:t>
            </a:r>
            <a:r>
              <a:t>Created strongly typed Mongoose schemas with dual-mode sync.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Data Safety: </a:t>
            </a:r>
            <a:r>
              <a:t>Seeded demo data ensures one-click testing without setup.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Result: </a:t>
            </a:r>
            <a:r>
              <a:t>Full persistent storage accessible from anywhere.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Rigorous engineering discipline turned real-world integration hurdles into reliable, user-friendly production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Enterprise Scaling, AI Verification &amp; Commercial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20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  <a:latin typeface="Arial"/>
              </a:defRPr>
            </a:pPr>
            <a: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Commercial Food APIs   [API INTEGRATION]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Swiggy &amp; Zomato Webhooks: </a:t>
            </a:r>
            <a:r>
              <a:t>Ingest cancelled orders and restaurant end-of-day surplus.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Quick-Commerce Rescue: </a:t>
            </a:r>
            <a:r>
              <a:t>Connect with Blinkit/Zepto dark stores for unblemished produce.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Supermarket Feeds: </a:t>
            </a:r>
            <a:r>
              <a:t>Automate bulk donations of goods approaching 'Best Before' dates.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Standardized Protocol: </a:t>
            </a:r>
            <a:r>
              <a:t>Open Food Rescue JSON schema for third-party donor integrations.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Tax Exemption Automation: </a:t>
            </a:r>
            <a:r>
              <a:t>Generates digital 80G tax exemption receipts for donors.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Cold-Chain Logistics Routing   [OPTIMAL LOGISTICS]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Multi-Stop Route Optimizer: </a:t>
            </a:r>
            <a:r>
              <a:t>Dijkstra / A* routing algorithm for NGO rescue vans.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Dynamic Batching: </a:t>
            </a:r>
            <a:r>
              <a:t>Clusters multiple small donations along a single transit corridor.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IoT Temperature Monitoring: </a:t>
            </a:r>
            <a:r>
              <a:t>Cold-chain sensor telemetry logged via MQTT/WebSockets.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Volunteer Dispatch PWA: </a:t>
            </a:r>
            <a:r>
              <a:t>Progressive Web App for field volunteers with offline maps.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Automated ETA Alerts: </a:t>
            </a:r>
            <a:r>
              <a:t>Real-time GPS tracking for food recipient shelters.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4389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AI Vision &amp; Omnichannel   [AI &amp; TELEPHONY]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AI Freshness Verification: </a:t>
            </a:r>
            <a:r>
              <a:t>Gemini Vision API analyzes food photos to check packaging.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Automated Spoilage Warning: </a:t>
            </a:r>
            <a:r>
              <a:t>Vision model detects broken seals or discoloration.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Twilio SMS &amp; WhatsApp: </a:t>
            </a:r>
            <a:r>
              <a:t>Pushes urgent food alerts to community volunteers without data plans.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Voice Assist Navigation: </a:t>
            </a:r>
            <a:r>
              <a:t>Audio guidance in local dialects for low-literacy users.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Decentralized Verification: </a:t>
            </a:r>
            <a:r>
              <a:t>Cryptographic proof-of-distribution on public ledger.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FoodResQ's scalable architecture is primed to evolve from a local community tool into a national automated food rescue infrastructure.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FoodResQ — Project Summary &amp; Viva Defense</a:t>
            </a:r>
          </a:p>
          <a:p>
            <a:pPr>
              <a:defRPr sz="1600">
                <a:solidFill>
                  <a:srgbClr val="34D399"/>
                </a:solidFill>
                <a:latin typeface="Arial"/>
              </a:defRPr>
            </a:pPr>
            <a:r>
              <a:t>A Complete, Production-Ready MERN Engineering Solution for Social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329184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ACCOMPLISHMENTS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✔ Fully implemented MERN 3-tier system.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✔ Zero-barrier access for vulnerable seekers.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✔ GPS auto-detection &amp; reverse geocoding.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✔ Symmetrical 3-way auth with Darpan ID.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✔ Live MongoDB Atlas cloud database.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✔ Real-time countdown &amp; auto-expiry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377440"/>
            <a:ext cx="329184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SYSTEM METRICS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⚡ 13 RESTful API endpoints active.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⚡ Sub-1-second GPS location resolution.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⚡ Sub-20ms database query latency.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⚡ 100% responsive cross-device layout.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⚡ Zero third-party proprietary mapping fees.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⚡ English + Hindi bilingual localization.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377440"/>
            <a:ext cx="329184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93C5FD"/>
                </a:solidFill>
              </a:defRPr>
            </a:pPr>
            <a:r>
              <a:t>OPEN FOR QUESTIONS</a:t>
            </a:r>
          </a:p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Demonstration ready: Live app &amp; API.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Ready to explain code implementation.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Ready to discuss architectural trade-offs.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</a:defRPr>
            </a:pPr>
            <a:r>
              <a:t>• Presenter: Zahid | Year: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